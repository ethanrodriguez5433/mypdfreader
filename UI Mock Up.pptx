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9ED4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>
        <p:scale>
          <a:sx n="50" d="100"/>
          <a:sy n="50" d="100"/>
        </p:scale>
        <p:origin x="128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50300-C812-5EE5-BE0D-5DF517CF5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97F46-A0E8-39B9-2B18-4EBCFAD0E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E95D3-84B8-B76D-2662-6BC1EE017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17FB2-C34C-409C-B2FA-2B929CEAD7FA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3A956-48B1-0830-410E-7D4FF6BF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1C081-B7E6-E79C-B818-68AFF127E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949A0-E9AD-47E4-A210-F004DE858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81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997F-B05A-6F3D-1A68-0410B11A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66CC5-7D65-EC09-341E-385B81865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47EC-3346-77B5-FD00-8A8B6AAE1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17FB2-C34C-409C-B2FA-2B929CEAD7FA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5C425-5A49-7637-E97A-7ADFB2460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1C425-098D-1A41-EF40-D494072D0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949A0-E9AD-47E4-A210-F004DE858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13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4A57-19B9-F58C-A637-123C81938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F9B52-B888-6AB3-A8DC-07146341A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A76A4-BC00-A48D-76E4-88FC1BE59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17FB2-C34C-409C-B2FA-2B929CEAD7FA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7A4C1-4D60-692D-99AD-7F0AD7B43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E7F65-8BE9-C485-861C-84427423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949A0-E9AD-47E4-A210-F004DE858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91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6087E-5146-CF63-68B5-EC732993D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F6C20-9CD2-568F-8217-73A3DB85D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9D0BB-4399-F9B2-9DBA-89439AB8D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BB17C-510B-424A-3BD8-B7EF8311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17FB2-C34C-409C-B2FA-2B929CEAD7FA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7A100-DDAD-D9D9-1166-7A4AA3882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62B09-AD26-2774-62E3-7C3AFFD44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949A0-E9AD-47E4-A210-F004DE858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2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7ECCD-0D03-EAB5-267E-0FE355BCD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982CA-65F2-5DB1-6FDB-298150221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DAF1C-E06F-746B-F4E6-223B4BFED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07CADA-CF99-923F-5222-AAED1DB6E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389A8-A5D8-CB29-4B87-B1EDCA2290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39DE86-22C8-A1E3-5C14-9ECEBFE82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17FB2-C34C-409C-B2FA-2B929CEAD7FA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9CE3E-D92D-720C-A47B-32D44515D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B4082-837D-4F82-F950-F1356DFEC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949A0-E9AD-47E4-A210-F004DE858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93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810BD-8A8A-4F67-CDB4-FF1A55A3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BD4508-30F2-C3AF-AC6A-12FCEF295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17FB2-C34C-409C-B2FA-2B929CEAD7FA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C7EE41-B2D8-FBDE-6F4D-5D6742A1A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30AB9-D07D-1014-3B93-A136643E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949A0-E9AD-47E4-A210-F004DE858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03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63B81-C599-138B-495B-0A46F359F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17FB2-C34C-409C-B2FA-2B929CEAD7FA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687ED-24D2-A8F3-27A4-41D2AB6CF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39D10-01BD-3147-1105-3748B0B8E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949A0-E9AD-47E4-A210-F004DE858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78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4D2FF-633B-F212-9180-4083E5732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B829C-1613-68D6-9209-30E9728CF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9E50E0-BA6C-F61E-3FB2-B0DDC34D7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7F417-DC17-D101-6AE8-B45592D5B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17FB2-C34C-409C-B2FA-2B929CEAD7FA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BC796-2D3D-FC3E-8BE2-6D40EC290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D123BA-D019-8DE1-8804-7437470C3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949A0-E9AD-47E4-A210-F004DE858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977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4D5F6-71CD-3B77-459D-6C6C14699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8031CE-66BF-5B0B-CD8C-4BB46ED73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A5FCA-894D-DA83-0735-BDB2A2A2C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56C82-D04D-95FA-AF55-3E2BCF744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17FB2-C34C-409C-B2FA-2B929CEAD7FA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0288D-3A07-44A2-F4F9-6FE4164BD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90E30-297D-57C8-8461-2834C328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949A0-E9AD-47E4-A210-F004DE858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22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72C00-0C47-4F9B-27A0-20F4936E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B1A540-DDB8-811D-56B5-799957EE3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0C29A-29E6-3682-83D7-A9ABDE409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17FB2-C34C-409C-B2FA-2B929CEAD7FA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E51E3-E9D3-F5D6-6689-1813C1004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7F8CD-4CAB-3EF9-D9C7-4FE1062B1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949A0-E9AD-47E4-A210-F004DE858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390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A71EA0-E5EE-1B64-3E7E-2B689C44DD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7215F2-8822-2A5C-89BE-354F94303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899E5-CAB3-5065-04D2-4197E01EF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17FB2-C34C-409C-B2FA-2B929CEAD7FA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CF5C9-D5A5-14C1-C72D-F1BB15B1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7A6C7-A5B0-131C-788A-79ACF9E3D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949A0-E9AD-47E4-A210-F004DE858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4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8B8150-85B9-BEBE-2B2D-69FDF6D3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4E125-93ED-C6DB-29C7-31DB86D09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967E7-B076-572B-1C15-67BAAA5D6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17FB2-C34C-409C-B2FA-2B929CEAD7FA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3746D-5DFD-DF63-5341-D716605A8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841F2-4569-0E89-496D-37961304D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8949A0-E9AD-47E4-A210-F004DE858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94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E6DEB0-8652-3E4E-1245-A48858CC364A}"/>
              </a:ext>
            </a:extLst>
          </p:cNvPr>
          <p:cNvSpPr/>
          <p:nvPr/>
        </p:nvSpPr>
        <p:spPr>
          <a:xfrm>
            <a:off x="0" y="0"/>
            <a:ext cx="3136899" cy="6858000"/>
          </a:xfrm>
          <a:prstGeom prst="rect">
            <a:avLst/>
          </a:prstGeom>
          <a:solidFill>
            <a:srgbClr val="C1E5F5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 descr="Document with solid fill">
            <a:extLst>
              <a:ext uri="{FF2B5EF4-FFF2-40B4-BE49-F238E27FC236}">
                <a16:creationId xmlns:a16="http://schemas.microsoft.com/office/drawing/2014/main" id="{9EF6D4F1-42E3-B1AD-F334-4E6F7E6F6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1249" y="609600"/>
            <a:ext cx="914400" cy="9144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BD67185-0F12-7A04-84A0-53588F0D31DA}"/>
              </a:ext>
            </a:extLst>
          </p:cNvPr>
          <p:cNvGrpSpPr/>
          <p:nvPr/>
        </p:nvGrpSpPr>
        <p:grpSpPr>
          <a:xfrm>
            <a:off x="6813124" y="4984174"/>
            <a:ext cx="1058050" cy="1028700"/>
            <a:chOff x="6741300" y="5568950"/>
            <a:chExt cx="1058050" cy="10287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E449D6F-1A43-9A30-525C-E7ACBED96FE5}"/>
                </a:ext>
              </a:extLst>
            </p:cNvPr>
            <p:cNvSpPr/>
            <p:nvPr/>
          </p:nvSpPr>
          <p:spPr>
            <a:xfrm>
              <a:off x="6741300" y="5568950"/>
              <a:ext cx="1054100" cy="10287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 descr="Play with solid fill">
              <a:extLst>
                <a:ext uri="{FF2B5EF4-FFF2-40B4-BE49-F238E27FC236}">
                  <a16:creationId xmlns:a16="http://schemas.microsoft.com/office/drawing/2014/main" id="{8F944F55-CE60-DC7C-4B89-84C262067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4950" y="5626100"/>
              <a:ext cx="914400" cy="91440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764A65A-F5F4-EB9F-26B1-81A94F3038D1}"/>
              </a:ext>
            </a:extLst>
          </p:cNvPr>
          <p:cNvSpPr txBox="1"/>
          <p:nvPr/>
        </p:nvSpPr>
        <p:spPr>
          <a:xfrm>
            <a:off x="0" y="1611748"/>
            <a:ext cx="31368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/>
              <a:t>Select File to Read</a:t>
            </a:r>
          </a:p>
        </p:txBody>
      </p:sp>
      <p:pic>
        <p:nvPicPr>
          <p:cNvPr id="15" name="Graphic 14" descr="Bookmark outline">
            <a:extLst>
              <a:ext uri="{FF2B5EF4-FFF2-40B4-BE49-F238E27FC236}">
                <a16:creationId xmlns:a16="http://schemas.microsoft.com/office/drawing/2014/main" id="{CEA8EDDA-7FC0-F570-E5A2-9F0D669C95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0748" y="3548496"/>
            <a:ext cx="1301751" cy="1301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3A120F9-063D-7852-7F0C-911DE317E002}"/>
              </a:ext>
            </a:extLst>
          </p:cNvPr>
          <p:cNvSpPr txBox="1"/>
          <p:nvPr/>
        </p:nvSpPr>
        <p:spPr>
          <a:xfrm>
            <a:off x="0" y="4984174"/>
            <a:ext cx="31368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b="1" dirty="0"/>
              <a:t>Pick up where you left off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5015010-8E26-E95A-7FC6-668159F81EDF}"/>
              </a:ext>
            </a:extLst>
          </p:cNvPr>
          <p:cNvCxnSpPr>
            <a:stCxn id="2" idx="3"/>
            <a:endCxn id="2" idx="1"/>
          </p:cNvCxnSpPr>
          <p:nvPr/>
        </p:nvCxnSpPr>
        <p:spPr>
          <a:xfrm flipH="1">
            <a:off x="0" y="3429000"/>
            <a:ext cx="313689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134B45A-BEEE-D0FA-C233-E59F4A47B241}"/>
              </a:ext>
            </a:extLst>
          </p:cNvPr>
          <p:cNvSpPr txBox="1"/>
          <p:nvPr/>
        </p:nvSpPr>
        <p:spPr>
          <a:xfrm>
            <a:off x="3484345" y="240632"/>
            <a:ext cx="60639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/>
              <a:t>Currently Reading:</a:t>
            </a:r>
          </a:p>
          <a:p>
            <a:r>
              <a:rPr lang="en-US" sz="3500" b="1" dirty="0"/>
              <a:t>	“MyFirstPDF”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57E1712-9613-B4A2-14BC-7A02CE75F8B1}"/>
              </a:ext>
            </a:extLst>
          </p:cNvPr>
          <p:cNvSpPr/>
          <p:nvPr/>
        </p:nvSpPr>
        <p:spPr>
          <a:xfrm>
            <a:off x="4064747" y="6355290"/>
            <a:ext cx="6554805" cy="262078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94E688D-FC2A-83F4-5267-155D6D7E1CC0}"/>
              </a:ext>
            </a:extLst>
          </p:cNvPr>
          <p:cNvSpPr/>
          <p:nvPr/>
        </p:nvSpPr>
        <p:spPr>
          <a:xfrm>
            <a:off x="4064746" y="6355290"/>
            <a:ext cx="2892027" cy="262078"/>
          </a:xfrm>
          <a:prstGeom prst="roundRect">
            <a:avLst/>
          </a:prstGeom>
          <a:solidFill>
            <a:srgbClr val="0070C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E07D5D-C605-E5A2-956B-DA29B5716526}"/>
              </a:ext>
            </a:extLst>
          </p:cNvPr>
          <p:cNvSpPr/>
          <p:nvPr/>
        </p:nvSpPr>
        <p:spPr>
          <a:xfrm>
            <a:off x="4619834" y="1497690"/>
            <a:ext cx="5440680" cy="331527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96D771-58DE-1B13-3738-D6E9A6C27E50}"/>
              </a:ext>
            </a:extLst>
          </p:cNvPr>
          <p:cNvSpPr txBox="1"/>
          <p:nvPr/>
        </p:nvSpPr>
        <p:spPr>
          <a:xfrm>
            <a:off x="4764024" y="1608823"/>
            <a:ext cx="5111496" cy="2914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3200" dirty="0">
                <a:solidFill>
                  <a:srgbClr val="439ED4"/>
                </a:solidFill>
              </a:rPr>
              <a:t>This is my first line of text.</a:t>
            </a:r>
          </a:p>
          <a:p>
            <a:pPr algn="ctr">
              <a:lnSpc>
                <a:spcPct val="200000"/>
              </a:lnSpc>
            </a:pPr>
            <a:r>
              <a:rPr lang="en-US" sz="3200" dirty="0"/>
              <a:t>This is a second line.</a:t>
            </a:r>
          </a:p>
          <a:p>
            <a:pPr algn="ctr">
              <a:lnSpc>
                <a:spcPct val="200000"/>
              </a:lnSpc>
            </a:pPr>
            <a:r>
              <a:rPr lang="en-US" sz="3200" dirty="0"/>
              <a:t>And so on….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955925D-4DCC-94D2-252B-CF4A15D63098}"/>
              </a:ext>
            </a:extLst>
          </p:cNvPr>
          <p:cNvGrpSpPr/>
          <p:nvPr/>
        </p:nvGrpSpPr>
        <p:grpSpPr>
          <a:xfrm>
            <a:off x="11080751" y="188094"/>
            <a:ext cx="868658" cy="843012"/>
            <a:chOff x="11080751" y="609600"/>
            <a:chExt cx="868658" cy="84301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CDFE90E-CCF7-DF35-0A17-A9F9D29E80FF}"/>
                </a:ext>
              </a:extLst>
            </p:cNvPr>
            <p:cNvSpPr/>
            <p:nvPr/>
          </p:nvSpPr>
          <p:spPr>
            <a:xfrm>
              <a:off x="11080751" y="609600"/>
              <a:ext cx="621792" cy="56200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EB73ED6-6590-DB3A-34F3-5964F1AFA179}"/>
                </a:ext>
              </a:extLst>
            </p:cNvPr>
            <p:cNvCxnSpPr>
              <a:cxnSpLocks/>
            </p:cNvCxnSpPr>
            <p:nvPr/>
          </p:nvCxnSpPr>
          <p:spPr>
            <a:xfrm>
              <a:off x="11220450" y="669196"/>
              <a:ext cx="214333" cy="2214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DA6FD9A-93D1-C499-01E5-6DD2ABA66B53}"/>
                </a:ext>
              </a:extLst>
            </p:cNvPr>
            <p:cNvSpPr/>
            <p:nvPr/>
          </p:nvSpPr>
          <p:spPr>
            <a:xfrm>
              <a:off x="11327617" y="890604"/>
              <a:ext cx="621792" cy="562008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2125B7B-5D3A-0972-FCBD-8B3F1C90F5A7}"/>
              </a:ext>
            </a:extLst>
          </p:cNvPr>
          <p:cNvSpPr txBox="1"/>
          <p:nvPr/>
        </p:nvSpPr>
        <p:spPr>
          <a:xfrm>
            <a:off x="10657543" y="1035111"/>
            <a:ext cx="1554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Switch to miniplayer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68EBCA6-E34D-7BC5-86C1-A50C52FBD039}"/>
              </a:ext>
            </a:extLst>
          </p:cNvPr>
          <p:cNvGrpSpPr/>
          <p:nvPr/>
        </p:nvGrpSpPr>
        <p:grpSpPr>
          <a:xfrm>
            <a:off x="7975039" y="5534842"/>
            <a:ext cx="490964" cy="478032"/>
            <a:chOff x="7975039" y="5534842"/>
            <a:chExt cx="490964" cy="478032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E37EE44-985E-76DE-3E16-15BC1D7E977B}"/>
                </a:ext>
              </a:extLst>
            </p:cNvPr>
            <p:cNvSpPr/>
            <p:nvPr/>
          </p:nvSpPr>
          <p:spPr>
            <a:xfrm>
              <a:off x="7975039" y="5534842"/>
              <a:ext cx="490964" cy="47803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2" name="Graphic 31" descr="Bookmark outline">
              <a:extLst>
                <a:ext uri="{FF2B5EF4-FFF2-40B4-BE49-F238E27FC236}">
                  <a16:creationId xmlns:a16="http://schemas.microsoft.com/office/drawing/2014/main" id="{EAD4E462-8DBD-34DB-068C-35E58B896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10874" y="5593580"/>
              <a:ext cx="419294" cy="4192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8841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38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Rodriguez, Ethan</dc:creator>
  <cp:lastModifiedBy>Rodriguez, Ethan</cp:lastModifiedBy>
  <cp:revision>4</cp:revision>
  <dcterms:created xsi:type="dcterms:W3CDTF">2025-11-23T23:08:25Z</dcterms:created>
  <dcterms:modified xsi:type="dcterms:W3CDTF">2025-11-26T00:37:52Z</dcterms:modified>
</cp:coreProperties>
</file>